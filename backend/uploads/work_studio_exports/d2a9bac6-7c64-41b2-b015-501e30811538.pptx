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A1F44"/>
                </a:solidFill>
                <a:latin typeface="Calibri"/>
              </a:rPr>
              <a:t>CLASSIFICATION  ·  INTERNAL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A1F44"/>
                </a:solidFill>
                <a:latin typeface="Georgia"/>
              </a:rPr>
              <a:t>Board Meeting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383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B5563"/>
                </a:solidFill>
                <a:latin typeface="Georgia"/>
              </a:rPr>
              <a:t>12 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Prepared for probe.pdf  ·  12 May 2026  ·  13 May 2026 · 12:46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A1F44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11827"/>
                </a:solidFill>
                <a:latin typeface="Georgia"/>
              </a:rPr>
              <a:t>Board meeting on 12 May 2026 approved project Alpha and deferred budget review to Q3.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A1F44"/>
                </a:solidFill>
                <a:latin typeface="Calibri"/>
              </a:rPr>
              <a:t>Participants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  <a:latin typeface="Georgia"/>
              </a:rPr>
              <a:t>•  Three attendees: A, B, C.</a:t>
            </a:r>
          </a:p>
          <a:p/>
          <a:p>
            <a:r>
              <a:t>[1]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A1F44"/>
                </a:solidFill>
                <a:latin typeface="Calibri"/>
              </a:rPr>
              <a:t>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  <a:latin typeface="Georgia"/>
              </a:rPr>
              <a:t>•  Project Alpha received approval.</a:t>
            </a:r>
          </a:p>
          <a:p>
            <a:r>
              <a:t>•  Budget review postponed to third quarter.</a:t>
            </a:r>
          </a:p>
          <a:p/>
          <a:p>
            <a:r>
              <a:t>[1]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A1F44"/>
                </a:solidFill>
                <a:latin typeface="Calibri"/>
              </a:rPr>
              <a:t>Follow-Up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  <a:latin typeface="Georgia"/>
              </a:rPr>
              <a:t>•  A commits to circulate meeting notes by end of week.</a:t>
            </a:r>
          </a:p>
          <a:p/>
          <a:p>
            <a:r>
              <a:t>[1]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7F3EA"/>
                </a:solidFill>
                <a:latin typeface="Calibri"/>
              </a:rPr>
              <a:t>What this 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7F3EA"/>
                </a:solidFill>
                <a:latin typeface="Georgia"/>
              </a:rPr>
              <a:t>Two decisions recorded; notes distribution pending by Friday.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A1F44"/>
                </a:solidFill>
                <a:latin typeface="Calibri"/>
              </a:rP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Calibri"/>
              </a:rPr>
              <a:t>[1]  probe.pdf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